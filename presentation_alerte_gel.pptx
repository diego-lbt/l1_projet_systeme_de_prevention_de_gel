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1645920" cy="1645920"/>
          </a:xfrm>
          <a:prstGeom prst="ellipse">
            <a:avLst/>
          </a:prstGeom>
          <a:solidFill>
            <a:srgbClr val="A8DADC">
              <a:alpha val="80000"/>
            </a:srgbClr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8229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❄️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Prévention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d'Alerte de Gel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protection des agriculteurs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Sans Fil  •  LoRaWAN  •  IoT  •  TTN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La Menace du Gel pour les Agriculteurs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2011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Md€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pertes agricoles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annuelles en Europe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-2°C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suffisent pour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détruire une récolte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56032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vignobles français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touchés en 2021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gel est l'un des risques climatiques les plus dévastateurs pour l'agriculture.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gelées tardives de printemps et les vagues de froid hivernal causent des pertes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considérables chaque année dans les vignobles, vergers et cultures maraîchères.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Ce que disent les médias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73152" cy="100584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Monde Agricole — Avril 2021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catastrophique : des milliards de pertes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nuit du 7 avril 2021 a été la plus dévastatrice pour l'agriculture française depuis 40 ans. Les températures ont chuté jusqu'à -7°C dans certaines régions, dévastant vignobles, vergers et cultures maraîchères.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73152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Provence — Mars 2022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791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viticulteurs réclament des systèmes d'alerte précoce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aux épisodes de gel de plus en plus fréquents, les agriculteurs provençaux demandent des outils connectés pour anticiper et réagir rapidement avant que les dégâts ne soient irréversibles.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73152" cy="100584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703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Sciences &amp; Avenir — 2023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136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L'IoT au secours des cultures menacées par le gel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capteurs connectés et les réseaux LoRaWAN offrent une solution prometteuse pour surveiller les températures en temps réel et alerter les agriculteurs plusieurs heures à l'avance.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Notre Solution : Système d'Alerte de Gel Connecté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2560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🌡️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SHTC3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T° &amp; Humidité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15s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B788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828800" cy="256032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 MHz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sans fil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 portée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B78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828800" cy="2560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UniCA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d'Azur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9202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B78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828800" cy="256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Buzzer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LoRa : jusqu'à 15 km en zone urbaine  •  Consommation ultra-faible  •  Réseau gratuit TTN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Matériel &amp; Technologies Utilisés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Carte UCA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RFThings Education 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ATmega328PB + RFM95W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Conçue par l'Université Côte d'Azur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560320" cy="4114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Capteur SHTC3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&amp; Humidité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±0.2°C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sur la carte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LoRaWAN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868 MHz (EU)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jusqu'à 15 km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ABP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2560320" cy="4114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TTN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LoRaWAN gratuit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UniCA sur le campus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017520"/>
            <a:ext cx="2560320" cy="4114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Buzzer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sonore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actif 5V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Branché sur pin D5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017520"/>
            <a:ext cx="2560320" cy="4114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Arduino IDE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1.8.19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C/C++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LMIC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Comment ça Fonctionne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48640" cy="548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21208" y="1737360"/>
            <a:ext cx="54864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14300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143000"/>
            <a:ext cx="73152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904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capteur SHTC3 lit la température et l'humidité toutes les 15 secondes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0" cy="548640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1208" y="2651760"/>
            <a:ext cx="54864" cy="32004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05740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2057400"/>
            <a:ext cx="73152" cy="77724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4048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microcontrôleur analyse les données et vérifie les seuils d'alerte (3°C et 0°C)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1208" y="3566160"/>
            <a:ext cx="54864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97180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2971800"/>
            <a:ext cx="73152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3192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encodées et envoyées via LoRaWAN à 868 MHz vers la gateway TTN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05840" y="388620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05840" y="3886200"/>
            <a:ext cx="7315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2336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orange (risque) ou rouge + buzzer (gel critique) se déclenchent immédiatement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Système d'Alertes en 2 Niveaux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NORMAL  —  Température &gt; 3°C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vertes allumées  •  Données envoyées via LoRaWAN toutes les 15 secondes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ALERTE NIVEAU 1  —  Température ≤ 3°C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orange allumées  •  Envoi LoRaWAN d'alerte  •  Risque de gel détecté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ALERTE NIVEAU 2  —  Température ≤ 0°C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rouges  •  Buzzer déclenché  •  Envoi LoRaWAN CRITIQUE  •  GEL IMMINENT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Visualisation sur The Things Network (TTN)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Network est un réseau LoRaWAN mondial, gratuit et collaboratif.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Gateway UniCA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gateway de l'Université Côte d'Azur (UniCA_Valrose) capte les signaux LoRa depuis le campus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Live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 température et d'humidité sont visibles en temps réel sur le tableau de bord TTN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Sécurité ABP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par personnalisation avec clés de session NwkSKey et AppSKey pour sécuriser les transmissions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Payload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657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encodées en 4 bytes : température × 100 et humidité × 100 pour optimiser la taille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Évolutions &amp; Perspectives Futures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écran LCD pour affichage local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par SMS via module GSM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de suivi en temps réel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41148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capteurs multi-zones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météo intégrées (API)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 automatique anti-gel (éoliens)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prédictive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satellite pour zones rurales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collaborative entre agriculteurs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final : un système IoT complet, autonome et solaire pour chaque exploitation agricole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complet, fonctionnel et innovant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Capteur SHTC3 intégré — mesure précise T° &amp; Humidité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Communication LoRaWAN longue portée sans infrastructure coûteuse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Double système d'alerte : visuel (LEDs) + sonore (Buzzer)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Données visibles en temps réel sur The Things Network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Solution économique et accessible pour les petits agriculteurs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dans le cadre du cours Communication Sans Fil  •  Université Côte d'Azur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Prévention et d'Alerte de Gel</dc:title>
  <dc:subject>PptxGenJS Presentation</dc:subject>
  <dc:creator>PptxGenJS</dc:creator>
  <cp:lastModifiedBy>PptxGenJS</cp:lastModifiedBy>
  <cp:revision>1</cp:revision>
  <dcterms:created xsi:type="dcterms:W3CDTF">2026-05-24T16:37:34Z</dcterms:created>
  <dcterms:modified xsi:type="dcterms:W3CDTF">2026-05-24T16:37:34Z</dcterms:modified>
</cp:coreProperties>
</file>